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57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EE0F0-3B9A-9F82-0AEB-9FF5F4003D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6A92E-47F3-812A-536B-5E645F388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58E5B-D5A5-6481-59E0-7C5E71B85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518C-DA4A-4A69-AE36-4A11344A82B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9C838-7E5A-7589-4829-B2187AB8D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6E858-CFBB-6799-B08E-909DC025A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18ED-31D2-4625-B7F7-E3E94DFD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63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673BD-F9D9-10C1-A6C5-025207154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10140-46B0-AC81-74B7-6D4FE4939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A9308-7257-49FC-5F29-3F3FB598C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518C-DA4A-4A69-AE36-4A11344A82B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A06B1-DB57-5123-DAFF-9D3398EF0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2AE08-2ED2-E776-5538-7B362E236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18ED-31D2-4625-B7F7-E3E94DFD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60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F6371-51AF-FFA3-165F-7CAE0A362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5F534-3F6C-1531-D56B-17A7BDD5F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E4264-7EEA-4D7E-8053-2A59CD760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518C-DA4A-4A69-AE36-4A11344A82B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C0905-4E2A-6684-F649-8004AE50E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03920-0030-961D-385A-5486871AE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18ED-31D2-4625-B7F7-E3E94DFD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79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D8455-79B5-C825-BF7E-F149FC186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5C40E-7089-2C75-288A-A306D9169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1D8EE-9F52-21E3-888B-739C08900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AEFA9-6A8A-906D-4626-35AAF5A9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518C-DA4A-4A69-AE36-4A11344A82B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7F2D9-D74F-3B99-5E8E-585228957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74C2D-3FB2-3CB0-F569-8FBDF11F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18ED-31D2-4625-B7F7-E3E94DFD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35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4CFFB-FE9B-1A05-8D64-0D5C5D679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55514-E602-002F-51B8-EE6E112BD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0F2DA-18B6-EA7B-C4E4-207BD5DF4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42548B-21BF-289D-DA06-9255E2A46A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4AEEA9-A061-AFEE-D38B-30378B5AC0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8B737D-4CA2-64BA-6F26-D07569E70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518C-DA4A-4A69-AE36-4A11344A82B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77A51D-0B25-9CC0-6E39-AA622CE3F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6C379E-2679-82BD-509B-F7664BBA1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18ED-31D2-4625-B7F7-E3E94DFD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63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7D9EE-1373-4064-C13D-780ACEBC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9957DD-9D4E-9D8F-C0B2-BD2E87DEF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518C-DA4A-4A69-AE36-4A11344A82B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6E85B-0D08-7442-FC84-02EE775A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193D81-163F-A651-A265-30209A6DF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18ED-31D2-4625-B7F7-E3E94DFD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38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1BA51F-4CD1-CB36-1D8F-B97B3D72E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518C-DA4A-4A69-AE36-4A11344A82B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12CA7-D26E-FFA6-C66C-796D33405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B3229-8CAA-3DE1-DC0F-86BCCF5A4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18ED-31D2-4625-B7F7-E3E94DFD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355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660BC-8406-3754-84CE-AE526732B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BC035-CA76-5C4A-9C84-4FDC77413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BD842-FCEF-9193-239B-AE56C5D33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6EEBE-B43E-CE7E-44EA-948C737E5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518C-DA4A-4A69-AE36-4A11344A82B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DD4D6-23CD-B7CD-B22B-C92159B8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17D3E-37A4-B20F-3613-4D1A4506C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18ED-31D2-4625-B7F7-E3E94DFD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94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13D2C-BFBF-B1DA-791B-6DD088699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E8E7F-BF43-B003-93F7-E672CCE3E5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E2F5B-4049-F8C0-FFAB-F407C2591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87047-A767-B86F-11FC-884514C69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518C-DA4A-4A69-AE36-4A11344A82B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86972-CB91-8D33-D77F-38AB1E0DB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C4E40-0CCF-DFBD-191E-C8DD3F3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18ED-31D2-4625-B7F7-E3E94DFD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6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9C115-67BF-4A2A-C3CF-6BEBA1323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9D744-A597-7EE4-743C-F2C26347B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756F7-8D38-E353-68AD-B70EA4BA3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518C-DA4A-4A69-AE36-4A11344A82B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A765F-D4BB-8F6F-98ED-5802097A1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C70FA-EB10-B91F-619B-A1E7D9E3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18ED-31D2-4625-B7F7-E3E94DFD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52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31F10F-199D-3F3B-A66B-4B523DF1C1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2D635B-ACBD-A2FD-00D8-E7F844B05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7AF25-7F59-5172-7B1A-58FF3AAAF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518C-DA4A-4A69-AE36-4A11344A82B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70D6D-EA59-7944-47B2-B7D23DA1A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15A60-0A9E-7C19-C0B9-97AC5C1D8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18ED-31D2-4625-B7F7-E3E94DFD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18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32EE91-810F-B1A9-D069-969C0A23E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D1EA6-780C-40A5-A66A-D10C049E7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ED087-291C-2F93-108D-2D840DC4A2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B7518C-DA4A-4A69-AE36-4A11344A82B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EF51E-ADF5-2C6E-DE41-84BFFF082F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7E579-813F-3AAC-BECF-A555380941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7E18ED-31D2-4625-B7F7-E3E94DFD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57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8EF3F-80F4-CC35-9C7B-CE89550E5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35767"/>
            <a:ext cx="9144000" cy="671931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/>
              <a:t>Incremental Loading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969E91F-10CE-E803-2099-92B444C05C14}"/>
              </a:ext>
            </a:extLst>
          </p:cNvPr>
          <p:cNvSpPr/>
          <p:nvPr/>
        </p:nvSpPr>
        <p:spPr>
          <a:xfrm>
            <a:off x="501073" y="2060228"/>
            <a:ext cx="1811547" cy="284671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TABLES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1.Source_emp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2.Water_mark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D1D3AD2-408C-33E6-7057-F6C3159C2129}"/>
              </a:ext>
            </a:extLst>
          </p:cNvPr>
          <p:cNvSpPr/>
          <p:nvPr/>
        </p:nvSpPr>
        <p:spPr>
          <a:xfrm>
            <a:off x="10666295" y="2011438"/>
            <a:ext cx="1268424" cy="28955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SINK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3C43544-1781-ADE1-6914-24859C60F997}"/>
              </a:ext>
            </a:extLst>
          </p:cNvPr>
          <p:cNvSpPr/>
          <p:nvPr/>
        </p:nvSpPr>
        <p:spPr>
          <a:xfrm>
            <a:off x="2999102" y="2381910"/>
            <a:ext cx="1811547" cy="5712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LOOKUP 1</a:t>
            </a:r>
          </a:p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D8CF727-2FF9-39A7-F9B2-57838FE07AD2}"/>
              </a:ext>
            </a:extLst>
          </p:cNvPr>
          <p:cNvSpPr/>
          <p:nvPr/>
        </p:nvSpPr>
        <p:spPr>
          <a:xfrm>
            <a:off x="2996209" y="4027220"/>
            <a:ext cx="1811547" cy="57124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LOOKUP 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49CD6BA-7F7B-7F67-1057-809F938C8E2A}"/>
              </a:ext>
            </a:extLst>
          </p:cNvPr>
          <p:cNvSpPr/>
          <p:nvPr/>
        </p:nvSpPr>
        <p:spPr>
          <a:xfrm>
            <a:off x="5207382" y="2953160"/>
            <a:ext cx="1949570" cy="92872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COPY ACTIVITY</a:t>
            </a: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083607E1-2108-0D42-D8E0-6F08FE15A5C9}"/>
              </a:ext>
            </a:extLst>
          </p:cNvPr>
          <p:cNvSpPr/>
          <p:nvPr/>
        </p:nvSpPr>
        <p:spPr>
          <a:xfrm>
            <a:off x="7381353" y="2467848"/>
            <a:ext cx="2758428" cy="2018582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  <a:p>
            <a:pPr algn="ctr"/>
            <a:r>
              <a:rPr lang="en-US" sz="1600" dirty="0">
                <a:solidFill>
                  <a:schemeClr val="accent1"/>
                </a:solidFill>
              </a:rPr>
              <a:t>STORE</a:t>
            </a:r>
          </a:p>
          <a:p>
            <a:r>
              <a:rPr lang="en-US" sz="1600" dirty="0">
                <a:solidFill>
                  <a:schemeClr val="accent1"/>
                </a:solidFill>
              </a:rPr>
              <a:t>PROCEDURE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DBEFBB6-CD68-7747-7FD4-F8FE248E1E43}"/>
              </a:ext>
            </a:extLst>
          </p:cNvPr>
          <p:cNvCxnSpPr>
            <a:cxnSpLocks/>
            <a:stCxn id="27" idx="6"/>
            <a:endCxn id="29" idx="1"/>
          </p:cNvCxnSpPr>
          <p:nvPr/>
        </p:nvCxnSpPr>
        <p:spPr>
          <a:xfrm>
            <a:off x="4810649" y="2667535"/>
            <a:ext cx="682241" cy="421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DCF9495-69D4-7FA7-C799-F015E4F9CA97}"/>
              </a:ext>
            </a:extLst>
          </p:cNvPr>
          <p:cNvCxnSpPr>
            <a:cxnSpLocks/>
            <a:stCxn id="28" idx="6"/>
            <a:endCxn id="29" idx="3"/>
          </p:cNvCxnSpPr>
          <p:nvPr/>
        </p:nvCxnSpPr>
        <p:spPr>
          <a:xfrm flipV="1">
            <a:off x="4807756" y="3745878"/>
            <a:ext cx="685134" cy="566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44B19A2-2FEA-AC2E-789D-E565EB9003BE}"/>
              </a:ext>
            </a:extLst>
          </p:cNvPr>
          <p:cNvCxnSpPr>
            <a:cxnSpLocks/>
            <a:stCxn id="29" idx="6"/>
          </p:cNvCxnSpPr>
          <p:nvPr/>
        </p:nvCxnSpPr>
        <p:spPr>
          <a:xfrm flipV="1">
            <a:off x="7156952" y="3417523"/>
            <a:ext cx="101131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CACA5A1-7737-EF76-A56A-5D751A297973}"/>
              </a:ext>
            </a:extLst>
          </p:cNvPr>
          <p:cNvCxnSpPr>
            <a:cxnSpLocks/>
          </p:cNvCxnSpPr>
          <p:nvPr/>
        </p:nvCxnSpPr>
        <p:spPr>
          <a:xfrm flipH="1">
            <a:off x="7156952" y="3544412"/>
            <a:ext cx="914008" cy="64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AB5AD2F-30D7-9ADE-D4FE-D3C11D0ABE70}"/>
              </a:ext>
            </a:extLst>
          </p:cNvPr>
          <p:cNvCxnSpPr>
            <a:cxnSpLocks/>
            <a:stCxn id="31" idx="5"/>
            <a:endCxn id="24" idx="1"/>
          </p:cNvCxnSpPr>
          <p:nvPr/>
        </p:nvCxnSpPr>
        <p:spPr>
          <a:xfrm flipV="1">
            <a:off x="9450174" y="3459192"/>
            <a:ext cx="1216121" cy="179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EF12266C-219C-0FDA-2CC5-FB3FD267032C}"/>
              </a:ext>
            </a:extLst>
          </p:cNvPr>
          <p:cNvSpPr txBox="1"/>
          <p:nvPr/>
        </p:nvSpPr>
        <p:spPr>
          <a:xfrm>
            <a:off x="276432" y="5911609"/>
            <a:ext cx="2495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AZ SQL DB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8F8C3A-1758-07CA-8C05-E330A2D475DA}"/>
              </a:ext>
            </a:extLst>
          </p:cNvPr>
          <p:cNvSpPr txBox="1"/>
          <p:nvPr/>
        </p:nvSpPr>
        <p:spPr>
          <a:xfrm>
            <a:off x="4192436" y="5911609"/>
            <a:ext cx="4313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AZ DATA FACTORY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5A23BC8-0D80-E10D-3CC7-2CC906F8C35A}"/>
              </a:ext>
            </a:extLst>
          </p:cNvPr>
          <p:cNvSpPr txBox="1"/>
          <p:nvPr/>
        </p:nvSpPr>
        <p:spPr>
          <a:xfrm>
            <a:off x="10330786" y="5911609"/>
            <a:ext cx="19394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DATA LAKE</a:t>
            </a:r>
          </a:p>
        </p:txBody>
      </p:sp>
    </p:spTree>
    <p:extLst>
      <p:ext uri="{BB962C8B-B14F-4D97-AF65-F5344CB8AC3E}">
        <p14:creationId xmlns:p14="http://schemas.microsoft.com/office/powerpoint/2010/main" val="1801065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30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Incremental Loading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Girish Narayan</dc:creator>
  <cp:lastModifiedBy>Girish Narayan</cp:lastModifiedBy>
  <cp:revision>6</cp:revision>
  <dcterms:created xsi:type="dcterms:W3CDTF">2025-12-15T21:51:29Z</dcterms:created>
  <dcterms:modified xsi:type="dcterms:W3CDTF">2025-12-15T22:26:29Z</dcterms:modified>
</cp:coreProperties>
</file>